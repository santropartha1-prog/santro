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C3E50"/>
                </a:solidFill>
              </a:defRPr>
            </a:pPr>
            <a:r>
              <a:t>PRODUCT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2C3E50"/>
                </a:solidFill>
              </a:defRPr>
            </a:pPr>
            <a:r>
              <a:t>NAME: SANTHOSH V</a:t>
            </a:r>
          </a:p>
          <a:p>
            <a:pPr>
              <a:spcAft>
                <a:spcPts val="1000"/>
              </a:spcAft>
              <a:defRPr sz="2800">
                <a:solidFill>
                  <a:srgbClr val="2C3E50"/>
                </a:solidFill>
              </a:defRPr>
            </a:pPr>
            <a:r>
              <a:t>CLASS: I-ECE-E</a:t>
            </a:r>
          </a:p>
          <a:p>
            <a:pPr>
              <a:spcAft>
                <a:spcPts val="1000"/>
              </a:spcAft>
              <a:defRPr sz="2800">
                <a:solidFill>
                  <a:srgbClr val="2C3E50"/>
                </a:solidFill>
              </a:defRPr>
            </a:pPr>
            <a:r>
              <a:t>REG NO: 922525106285</a:t>
            </a:r>
          </a:p>
          <a:p>
            <a:pPr>
              <a:spcAft>
                <a:spcPts val="1000"/>
              </a:spcAft>
              <a:defRPr sz="2800">
                <a:solidFill>
                  <a:srgbClr val="2C3E50"/>
                </a:solidFill>
              </a:defRPr>
            </a:pPr>
            <a:r>
              <a:t>TOPIC: STUDY LAMP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Features of a Study Lamp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Adjustable Brightness (Dimming options)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Adjustable Neck (Gooseneck or Swivel)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Color Temperature Control (Warm to Cool white)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Eye-care Technology (Flicker-free lighting)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Power Source (USB rechargeable or AC powered)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Timer functions and USB charging 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solidFill>
            <a:srgbClr val="ECF0F1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3456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68" y="1223010"/>
            <a:ext cx="548626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Positives (Pros)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Reduces eye strain during late-night study sessions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Portability (for wireless models)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Energy Efficiency (LED bulbs consume less power)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Space-saving designs for small desks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Longevity (LEDs last for thousands of hours)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solidFill>
            <a:srgbClr val="ECF0F1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68" y="1223010"/>
            <a:ext cx="548626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Negatives (Cons)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Limited battery life in some portable models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Non-replaceable bulbs in many LED designs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Cost can be high for high-end smart features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Stability issues in lightweight plastic designs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Heat emission (in older halogen/incandescent models)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solidFill>
            <a:srgbClr val="ECF0F1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68" y="1223010"/>
            <a:ext cx="548626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User Ergonomics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Height adjustment prevents shadows on books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Correct placement: Opposite side of your writing hand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Anti-glare filters improve readability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Touch-sensitive controls for ease of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solidFill>
            <a:srgbClr val="ECF0F1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345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68" y="1223010"/>
            <a:ext cx="548626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Final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Essential tool for students and professionals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Greatly improves concentration and focus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Modern designs blend well with room decor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• Recommendation: Look for Eye-Care certified LEDs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solidFill>
            <a:srgbClr val="ECF0F1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34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68" y="1223010"/>
            <a:ext cx="5486262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